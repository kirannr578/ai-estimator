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640080"/>
            <a:ext cx="3657600" cy="2586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Proposal package — USFWS San Marcos ARC, Sol 140FC126R0017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Solicitation: 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Blue Print Constructs (legal: RK Residential Homes and Commercial Constructions, LLC) — Submission Date TBD by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About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Legal name: RK Residential Homes and Commercial Constructions, LLC dba Blue Print Constructs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NAICS: primary 236220 (Commercial &amp; Institutional Building Construction); 13 codes registered total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UEI: LM4YHVQ71QG7   CAGE: 9LET0   SAM.gov status: active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Set-aside posture: small business, minority-owned, MBE (DFW MSDC certified), TX HUB (Certified (Texas Comptroller HUB Program via DFW MSDC affiliate))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Source documents: RFP §B (pp.6–7) + §L.1.1 + §L.2.1.1.A + §L.2.1.2 (pp.63–66) + §M.1.9 (p.73) + Attachment 2 (Bid Schedule, 1 page). CLIN structure source of truth: **`../05-bid-schedule-mapping.md`**. Do not invent CLIN order, descriptions, units, or quantities in this volume;…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(See proposal PDF — detail not surfaced as bullets here)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(See proposal PDF — detail not surfaced as bullets 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A"/>
                </a:solidFill>
              </a:rPr>
              <a:t>A. Volume II assembly order (one PDF):</a:t>
            </a:r>
            <a:r>
              <a:rPr sz="1600" b="0" i="0">
                <a:solidFill>
                  <a:srgbClr val="111111"/>
                </a:solidFill>
              </a:rPr>
              <a:t> | # | Element | Page count | Source / template | |---|---|:---:|---| | 1 | **Cover sheet** | 1 | Solicitation #, project name, offeror name, UEI, CAGE, "Part II — Technical Acceptability" | | 2 | **P…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B. SAM Reps &amp; Certs incorporation page (L.2.1.4 + FAR 52.204-8(d)):</a:t>
            </a:r>
            <a:r>
              <a:rPr sz="1600" b="0" i="0">
                <a:solidFill>
                  <a:srgbClr val="111111"/>
                </a:solidFill>
              </a:rPr>
              <a:t> Paste this on a single page. Sign and date.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C. What is required to Pass:</a:t>
            </a:r>
            <a:r>
              <a:rPr sz="1600" b="0" i="0">
                <a:solidFill>
                  <a:srgbClr val="111111"/>
                </a:solidFill>
              </a:rPr>
              <a:t> Re-stated from `../06-evaluation-strategy.md` § E so the assembler can tick each one without context-switching.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D. Negative-narrative risks (things to actively NOT write):</a:t>
            </a:r>
            <a:r>
              <a:rPr sz="1600" b="0" i="0">
                <a:solidFill>
                  <a:srgbClr val="111111"/>
                </a:solidFill>
              </a:rPr>
              <a:t> Re-stated from `../06-evaluation-strategy.md` § G. Each of these can convert a Pass into a Fail on a literal reading: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E. Optional content that's defensible (but skip unless it Passes a value test):</a:t>
            </a:r>
            <a:r>
              <a:rPr sz="1600" b="0" i="0">
                <a:solidFill>
                  <a:srgbClr val="111111"/>
                </a:solidFill>
              </a:rPr>
              <a:t> These are **NOT required** by Section L; include only if there's a specific reason: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F. The 1-paragraph rule for past-performance write-ups:</a:t>
            </a:r>
            <a:r>
              <a:rPr sz="1600" b="0" i="0">
                <a:solidFill>
                  <a:srgbClr val="111111"/>
                </a:solidFill>
              </a:rPr>
              <a:t> For each past project, ONE paragraph of 3–4 sentences after the data table: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Project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 — 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Project 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 — name]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Project 3 (optional — recommended for resilience)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 — 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Subcontractor — `</a:t>
                      </a:r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FILL: sub name]</a:t>
                      </a:r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`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 — name]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Past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1371600"/>
                <a:gridCol w="36576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Project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Completion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Scope summary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(No past performance rows extracted)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Renderer could not parse rows; see proposal PDF for the full file.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URL: `https://sam.gov/` → Sign In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Credentials: the firm's **Entity Administrator** (NOT a regular SAM user). If unsure who that is, the EA shows on the Entity record under "Entity Administrators".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If MFA is required and the EA isn't immediately available, escalate; only the EA can edit Reps &amp; Certs.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From the Workspace, click **Entity Management** → click the entity (matching the firm's legal name)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Reps &amp; Certs in SAM expire 12 months after the last update.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Find the "Last Updated" date on the Reps &amp; Certs page.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If the date is **older than ~11 months** (i.e., the renewal will fall due before 6/22), **refresh now**. Refresh takes 30–90 minutes for a small firm with no rep changes.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If the date is within the last 11 months and no firm circumstances have changed (entity name, NAICS list, size status, etc.), no refresh is needed — just verify the rep answers below.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Quality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QC: &gt; Source: FAR 52.228-15 (Performance and Payment Bonds — Construction) + RFP §L.2.1.3.(b) (p.65) + Treasury Department Circular 570 (`https://fiscal.treasury.gov/surety-bonds/circular-570.html`). &gt; &gt; **What this is:** A letter on **Tre…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Safety: &gt; Source: FAR 52.228-1 (Bid Guarantee, SEP 1996) + RFP §L.2.1.5 (p.66) + GSA Standard Form 24 instructions. &gt; &gt; **What this is:** The Bid Guarantee accompanying Volume I per L.2.1.5. Per FAR 52.228-1(c), the penal amount is **20% 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Price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Source: RFP p.3 + §L.1.1 + §L.1.2 (pp.63–64) + §L.2.1 (pp.64–66). &gt; &gt; **Submission method (verified):** **EMAIL.** This is a FAR Part 15 negotiated RFP. There is no sealed-bid envelope, no public bid opening, no FedEx-vs-USPS decision tree like an IFB. The pr…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Submission checklist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Source: RFP §L.1.3 (p.64) — RFI format requirements + cutoff 2026-06-08, 5:00 PM EDT. &gt; &gt; **Why consolidated:** Send all questions in a single email so the CO can answer once via a single SF 30 amendment, not multiple separate amendments. Federal COs strongly prefer one consolid…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Texas-based small business — self-perform across 8 core trades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Diverse-business posture: TX HUB, MBE (DFW MSDC certified), small business, minority-owned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Sector breadth: Residential, Commercial, Industrial, Institutional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Founder-led PMP / CSM operator with 22 years delivery leadership — Ravikiran (Rocky) Nudurupati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Q&amp;A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Ravikiran (Rocky) Nudurupati — Founder &amp; Managing Director / Owner (100%)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Email: rocky@blueprintconstructs.com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Phone: (469) 213-1838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Web: https://www.blueprintconstructs.com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Next steps: site walk, RFI consolidation, sub bid coordination, final 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usfws-san-marcos-140FC126R0017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