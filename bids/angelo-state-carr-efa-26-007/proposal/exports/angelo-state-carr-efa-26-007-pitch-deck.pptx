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4" y="777240"/>
            <a:ext cx="2743200" cy="1940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3774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BLUE PRINT CONSTRUCTS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Proposal package — Carr EFA Dressing Room Renovation, Sol 26-007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Solicitation: 26-007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8190" y="502920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Blue Print Constructs (legal: RK Residential Homes and Commercial Constructions, LLC)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Submission date __________   ·   Document prepared 2026-05-23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About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Blue Print Constructs — legal entity RK Residential Homes and Commercial Constructions, LLC; founded 2022, Texas-incorporated, founder-led.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NAICS: primary 236220 (Commercial &amp; Institutional Building Construction); 13 codes registered.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Federal IDs: UEI LM4YHVQ71QG7 · CAGE 9LET0 · SAM.gov status: active.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Set-aside posture: Texas HUB, DFW MSDC MBE, Small Business, Minority-owned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One-page cover letter that fronts the bound proposal. Print on `_______________________________`. Address to Tracie Howell, signed by `__________________________________________________________`.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Project understanding: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The Carr Education and Fine Arts Building Dressing Room Renovation is a **3,115-SF interior renovation** to 10 rooms in the Carr EFA Building at 2602 Dena Dr, San Angelo, TX. Source documents: the 38…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Owner-furnished scope demarcation (confirmed against Project Manual TOC):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The RFCSP narrative + Project Manual TOC identify these owner-furnished scopes outside the GC contract: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Approach and phased work plan: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The 124-day construction window is sequenced into seven phases. Each phase identifies its critical path, the EHS shutdown windows required, the long-lead items that gate the phase, and the owner-vend…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Coordination with active performing-arts building: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Carr EFA hosts theater, dance, music classes and productions year-round. Our schedule is built around three constraints: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Quality control approach: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Detailed quality control plan is in `06-quality-control-plan.md`. Key elements: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Schedule narrative summary: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Detailed schedule narrative is in `05-schedule-narrative.md` and a CPM Gantt chart accompanies this proposal as a separate exhibit. In summary: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Named lead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2. Key personnel — full résumé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1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Hindu Temple of Southlake — Place of Religious Worship renovation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North Texas Hindu Heritage Society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GC   ·   Delivery: Negotiated lump-sum (owner direct)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≈10,700 SF Assembly A-3 (Place of Religious Worship) renovation including demolition, finishes, toilet partitions (phenolic), and partition framework. Drawings on file dated 2025-06-20 (PDF), 2025-09-12 (Arch + Structural updates).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2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Holiday Inn (Hall Park) — hospitality renovation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Holiday Inn franchisee at Hall Park, Frisco, 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GC   ·   Delivery: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Commercial renovation projects for hospitality client per Rocky Nudurupati's professional profile.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3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250-500+ single-family-home portfolio (cumulative; multiple owners)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Multiple — primarily through GC partners That 1 Painter, Touchmark, Bridge View Build, Hill Design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Ongoing 2022–present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Specialty trade subcontractor   ·   Delivery: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Interior + exterior painting, drywall, flooring, tile, trims, baseboards, roofing repairs across 250+ (per BPC info) to 500+ (per BPC Profile) single-family homes since 2022. Primarily executed as a specialty sub for the four featured GC clients.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Schedule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 / duration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Notice to proceed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Mobilization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Substantial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Final completion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Quality &amp;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QC: &gt; Submitted with the proposal as a separate exhibit (or appended to the technical narrative). Tied to UGSC Article 7 (Submittals + Construction Quality Control) and Article 11 (Project Closeout). The plan is project-specific to Carr EF…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Safety: &gt; Submitted with the proposal as a separate exhibit (or appended to the technical narrative). Compliant with **29 CFR 1926 (OSHA Construction Industry Standards)** and the firm's corporate safety program. This plan is **project-spe…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Price proposal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1828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750"/>
                </a:solidFill>
                <a:latin typeface="Calibri"/>
              </a:rPr>
              <a:t>TOTAL PROPOSED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B2545"/>
                </a:solidFill>
                <a:latin typeface="Calibri"/>
              </a:rPr>
              <a:t>$25,000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TOTAL PROPOSAL = BASE PROPOSAL PRICE + $25,000 [→ Attachment A § 2c]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[ ] Total proposal lands in $425K–$560K envelope (or surface deviation to user)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[ ] Total proposal is NOT more than 25% below median ($500K reference)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Texas-based small business — self-perform across 8 core trades.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Diverse-business posture: TX HUB, DFW MSDC MBE, Small Business, Minority-owned.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Sector breadth: Residential, Commercial, Industrial, Institutional.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Founder-led PMP / CSM operator with 22 years delivery leadership — Ravikiran (Rocky) Nudurupati.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angelo-state-carr-efa-26-007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THANK YOU FOR YOUR 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10896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Ravikiran (Rocky) Nudurupati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Founder &amp; Managing Director / Owner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rocky@blueprintconstructs.com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(469) 213-1838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194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https://www.blueprintconstructs.com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4A017"/>
                </a:solidFill>
                <a:latin typeface="Calibri"/>
              </a:rPr>
              <a:t>Bid angelo-state-carr-efa-26-007   ·   2026-05-23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