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640080"/>
            <a:ext cx="3657600" cy="2586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Proposal package — Carr EFA Dressing Room Renovation, Sol 26-007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Solicitation: 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Blue Print Constructs (legal: RK Residential Homes and Commercial Constructions, LLC) — Submission Date TBD by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About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Legal name: RK Residential Homes and Commercial Constructions, LLC dba Blue Print Constructs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NAICS: primary 236220 (Commercial &amp; Institutional Building Construction); 13 codes registered total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UEI: LM4YHVQ71QG7   CAGE: 9LET0   SAM.gov status: active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Set-aside posture: small business, minority-owned, MBE (DFW MSDC certified), TX HUB (Certified (Texas Comptroller HUB Program via DFW MSDC affiliate))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One-page cover letter that fronts the bound proposal. Print on `</a:t>
            </a:r>
            <a:r>
              <a:rPr sz="1600" b="1" i="0">
                <a:solidFill>
                  <a:srgbClr val="C00000"/>
                </a:solidFill>
              </a:rPr>
              <a:t>[USER TO FILL: firm letterhead]</a:t>
            </a:r>
            <a:r>
              <a:rPr sz="1600" b="0" i="0">
                <a:solidFill>
                  <a:srgbClr val="111111"/>
                </a:solidFill>
              </a:rPr>
              <a:t>`. Address to Tracie Howell, signed by `</a:t>
            </a:r>
            <a:r>
              <a:rPr sz="1600" b="1" i="0">
                <a:solidFill>
                  <a:srgbClr val="C00000"/>
                </a:solidFill>
              </a:rPr>
              <a:t>[USER TO FILL: officer of the firm with binding authority]</a:t>
            </a:r>
            <a:r>
              <a:rPr sz="1600" b="0" i="0">
                <a:solidFill>
                  <a:srgbClr val="111111"/>
                </a:solidFill>
              </a:rPr>
              <a:t>`.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A"/>
                </a:solidFill>
              </a:rPr>
              <a:t>Project understanding:</a:t>
            </a:r>
            <a:r>
              <a:rPr sz="1600" b="0" i="0">
                <a:solidFill>
                  <a:srgbClr val="111111"/>
                </a:solidFill>
              </a:rPr>
              <a:t> The Carr Education and Fine Arts Building Dressing Room Renovation is a **3,115-SF interior renovation** to 10 rooms in the Carr EFA Building at 2602 Dena Dr, San Angelo, TX. Source documents: the 38…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Owner-furnished scope demarcation (confirmed against Project Manual TOC):</a:t>
            </a:r>
            <a:r>
              <a:rPr sz="1600" b="0" i="0">
                <a:solidFill>
                  <a:srgbClr val="111111"/>
                </a:solidFill>
              </a:rPr>
              <a:t> The RFCSP narrative + Project Manual TOC identify these owner-furnished scopes outside the GC contract: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Approach and phased work plan:</a:t>
            </a:r>
            <a:r>
              <a:rPr sz="1600" b="0" i="0">
                <a:solidFill>
                  <a:srgbClr val="111111"/>
                </a:solidFill>
              </a:rPr>
              <a:t> The 124-day construction window is sequenced into seven phases. Each phase identifies its critical path, the EHS shutdown windows required, the long-lead items that gate the phase, and the owner-vend…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Coordination with active performing-arts building:</a:t>
            </a:r>
            <a:r>
              <a:rPr sz="1600" b="0" i="0">
                <a:solidFill>
                  <a:srgbClr val="111111"/>
                </a:solidFill>
              </a:rPr>
              <a:t> Carr EFA hosts theater, dance, music classes and productions year-round. Our schedule is built around three constraints: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Quality control approach:</a:t>
            </a:r>
            <a:r>
              <a:rPr sz="1600" b="0" i="0">
                <a:solidFill>
                  <a:srgbClr val="111111"/>
                </a:solidFill>
              </a:rPr>
              <a:t> Detailed quality control plan is in `06-quality-control-plan.md`. Key elements: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Schedule narrative summary:</a:t>
            </a:r>
            <a:r>
              <a:rPr sz="1600" b="0" i="0">
                <a:solidFill>
                  <a:srgbClr val="111111"/>
                </a:solidFill>
              </a:rPr>
              <a:t> Detailed schedule narrative is in `05-schedule-narrative.md` and a CPM Gantt chart accompanies this proposal as a separate exhibit. In 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2. Key personnel — full résumé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C00000"/>
                          </a:solidFill>
                        </a:rPr>
                        <a:t>[USER TO FILL]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Past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371600"/>
                <a:gridCol w="365760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Project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Completion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Scope summary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Hindu Temple of Southlake — Place of Religious Worship renovation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North Texas Hindu Heritage Society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C00000"/>
                          </a:solidFill>
                        </a:rPr>
                        <a:t>[NOT FOUND IN BPC]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C00000"/>
                          </a:solidFill>
                        </a:rPr>
                        <a:t>[NOT FOUND IN BPC]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Selected per firm-profile past_project_selection_rules[angelo-state-carr-efa-26-007]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Holiday Inn (Hall Park) — hospitality renovation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Holiday Inn franchisee at Hall Park, Frisco, TX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C00000"/>
                          </a:solidFill>
                        </a:rPr>
                        <a:t>[NOT FOUND IN BPC]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C00000"/>
                          </a:solidFill>
                        </a:rPr>
                        <a:t>[NOT FOUND IN BPC]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Selected per firm-profile past_project_selection_rules[angelo-state-carr-efa-26-007]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250-500+ single-family-home portfolio (cumulative; multiple owners)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Multiple — primarily through GC partners That 1 Painter, Touchmark, Bridge View Build, Hill Design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C00000"/>
                          </a:solidFill>
                        </a:rPr>
                        <a:t>[NOT FOUND IN BPC]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Ongoing 2022–present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Selected per firm-profile past_project_selection_rules[angelo-state-carr-efa-26-007]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Companion document to the CPM Gantt exhibit (separate; submitted as a printed exhibit with the proposal). This narrative explains the critical path, long-lead items, EHS shutdown windows, owner-furnished handoffs, and float strategy that the Gantt represents in bar-chart form. &gt;…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QC: &gt; Submitted with the proposal as a separate exhibit (or appended to the technical narrative). Tied to UGSC Article 7 (Submittals + Construction Quality Control) and Article 11 (Project Closeout). The plan is project-specific to Carr EF…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Safety: &gt; Submitted with the proposal as a separate exhibit (or appended to the technical narrative). Compliant with **29 CFR 1926 (OSHA Construction Industry Standards)** and the firm's corporate safety program. This plan is **project-spe…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Price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Documents the price-build for the bid: subtotal stack, contingency/OH/profit overlay, the separately-carried $25K cash/contingency allowance, the unit-price grid (formulas only — values come from final takeoff), and the line-item breakdown by CSI division. &gt;…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| **Direct cost subtotal** | **`</a:t>
            </a:r>
            <a:r>
              <a:rPr sz="1600" b="1" i="0">
                <a:solidFill>
                  <a:srgbClr val="C00000"/>
                </a:solidFill>
              </a:rPr>
              <a:t>[USER TO FILL: $XXX,XXX]</a:t>
            </a:r>
            <a:r>
              <a:rPr sz="1600" b="0" i="0">
                <a:solidFill>
                  <a:srgbClr val="111111"/>
                </a:solidFill>
              </a:rPr>
              <a:t>`** | **~100%** | sum |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Scenario | SF | MEP scope | Base proposal | Total (with $25K) | Notes |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[ ] Total proposal lands in $425K–$560K envelope (or surface deviation to user)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[ ] Total proposal is NOT more than 25% below median ($500K reference)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Submission checklist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Ready: 0 item(s)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Partial: 0 item(s)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Pending: 39 item(s)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Texas-based small business — self-perform across 8 core trades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Diverse-business posture: TX HUB, MBE (DFW MSDC certified), small business, minority-owned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Sector breadth: Residential, Commercial, Industrial, Institutional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Founder-led PMP / CSM operator with 22 years delivery leadership — Ravikiran (Rocky) Nudurupati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Q&amp;A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Ravikiran (Rocky) Nudurupati — Founder &amp; Managing Director / Owner (100%)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Email: rocky@blueprintconstructs.com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Phone: (469) 213-1838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Web: https://www.blueprintconstructs.com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Next steps: site walk, RFI consolidation, sub bid coordination, final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angelo-state-carr-efa-26-007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