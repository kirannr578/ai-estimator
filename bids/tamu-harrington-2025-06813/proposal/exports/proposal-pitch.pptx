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640080"/>
            <a:ext cx="3657600" cy="2586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TAMU Harrington Lab 303 — Proposal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Solicitation: 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Blue Print Constructs (legal: RK Residential Homes and Commercial Constructions, LLC) — Submission Date TBD by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About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Legal name: RK Residential Homes and Commercial Constructions, LLC dba Blue Print Constructs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NAICS: primary 236220 (Commercial &amp; Institutional Building Construction); 13 codes registered total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UEI: LM4YHVQ71QG7   CAGE: 9LET0   SAM.gov status: active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Set-aside posture: small business, minority-owned, MBE (DFW MSDC certified), TX HUB (Certified (Texas Comptroller HUB Program via DFW MSDC affiliate))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Selective interior demolition of existing finishes, casework, and ceiling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New finishes (LVT and/or chemical-resistant sheet vinyl flooring, 4" rubber base, painted GWB walls, suspended acoustical ceiling)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Lab-grade casework with phenolic-resin or epoxy-resin work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A"/>
                </a:solidFill>
              </a:rPr>
              <a:t>A. Project understanding:</a:t>
            </a:r>
            <a:r>
              <a:rPr sz="1600" b="0" i="0">
                <a:solidFill>
                  <a:srgbClr val="111111"/>
                </a:solidFill>
              </a:rPr>
              <a:t> The Harrington Education Center Lab 303 Renovation is a **single-room renovation of an active educational laboratory space** at **540 Ross Street, Harrington Tower (Bldg #0435)** on TAMU's College St…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B. Phased work plan (60–90 calendar days, single-shift baseline):</a:t>
            </a:r>
            <a:r>
              <a:rPr sz="1600" b="0" i="0">
                <a:solidFill>
                  <a:srgbClr val="111111"/>
                </a:solidFill>
              </a:rPr>
              <a:t> - Notice to Proceed + contract execution (per SSC UGSC Section 00 72 00) - Pre-construction meeting with SSC PM (Joelle Shidemantle, `Joelle.Shidemantle@sscserv.com`, (979)…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C. Lab-specific considerations (the pain-points worth pricing for):</a:t>
            </a:r>
            <a:r>
              <a:rPr sz="1600" b="0" i="0">
                <a:solidFill>
                  <a:srgbClr val="111111"/>
                </a:solidFill>
              </a:rPr>
              <a:t> This is the differentiator. Most GCs treat single-room labs like classroom finish work and then get burned on the lab utilities. We don't.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D. Coordination with the academic calendar:</a:t>
            </a:r>
            <a:r>
              <a:rPr sz="1600" b="0" i="0">
                <a:solidFill>
                  <a:srgbClr val="111111"/>
                </a:solidFill>
              </a:rPr>
              <a:t> The CSP package leaves Project Start and Substantial Completion as "TBD" — proposers select their own Substantial Completion duration in CSP Part 1 (Section 00 42 13), and this is scored at 10% o…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E. Long-lead items + procurement plan:</a:t>
            </a:r>
            <a:r>
              <a:rPr sz="1600" b="0" i="0">
                <a:solidFill>
                  <a:srgbClr val="111111"/>
                </a:solidFill>
              </a:rPr>
              <a:t> | Item | Typical lead time | Order placement target | Risk if missed | |---|---|---|---| | Lab casework (per A2.1/A2.2 + H2I Sub-06 specifics) | 8–10 weeks fabricated; 10–12 weeks with custom configu…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F. Assumptions + clarifications:</a:t>
            </a:r>
            <a:r>
              <a:rPr sz="1600" b="0" i="0">
                <a:solidFill>
                  <a:srgbClr val="111111"/>
                </a:solidFill>
              </a:rPr>
              <a:t> We submit this proposal subject to the following assumptions. If any prove false at the pre-construction meeting or during construction, the resulting scope adjustment will be handled per the change-…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I. Resume + reference exhibits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 — 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Past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1371600"/>
                <a:gridCol w="3657600"/>
              </a:tblGrid>
              <a:tr h="1143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Project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Completion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Scope summary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Hindu Temple of Southlake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**Hindu Temple of Southlake** — North Texas Hindu Heritage Society (nonprofit religious owner); ≈10,700 SF Assembly A-3 (Place of Religious Worship) renovation at 595 South Kimball Avenue, Southlake, TX 76092; owner-sid…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Holiday Inn (Hall Park)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**Holiday Inn (Hall Park, Frisco)** — Holiday Inn franchisee (hospitality owner); commercial renovation at Hall Park, Frisco, TX; role: GC. Contract value, scope detail, and completion date: [USER TO FILL — cited by nam…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250-500+ single-family-home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**250–500+ single-family-home portfolio (cumulative since 2022)** — executed primarily as a specialty trade sub through GC partners That 1 Painter, Touchmark, Bridge View Build, and Hill Design Build across the DFW metr…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Calendar-day axis from Day 1 (NTP) to Day 100 (final completion)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One swimlane per trade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Critical path highlighted (casework + fume-hood-if-scope)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Phase boundaries at Day 14, Day 25, Day 45, Day 70, Day 100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Long-lead procurement bars (typically off-site, shown as separate row)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EHS shutdown windows shown as red event markers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Owner-decision points (submittal approval, RFI responses, lab equipment delivery if OFCI) shown as diamond markers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Substantial completion and final completion shown as flag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Quality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QC: &gt; **Page target:** 1–2 pages when typeset. &gt; **Approach:** Three-phase inspection (prep / in-progress / completion) per the US Army Corps of Engineers "3-phase QC" pattern that TAMU System UGSC has historically required. Article refere…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Safety: Our firm operates under a documented Injury and Illness Prevention Program. We hold a daily pre-task safety briefing on every active site; every employee and subcontractor on site has stop-work authority for any hazard they observe…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Price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**STATUS: FORMULAS REFINED 2026-05-23 against the actual downloaded CSP package** (drawings A0.1–E1.2 + Project Manual). Quantities still `</a:t>
            </a:r>
            <a:r>
              <a:rPr sz="1600" b="1" i="0">
                <a:solidFill>
                  <a:srgbClr val="C00000"/>
                </a:solidFill>
              </a:rPr>
              <a:t>[USER TO FILL]</a:t>
            </a:r>
            <a:r>
              <a:rPr sz="1600" b="0" i="0">
                <a:solidFill>
                  <a:srgbClr val="111111"/>
                </a:solidFill>
              </a:rPr>
              <a:t>` after Bluebeam takeoff against A2.1 / P1.1 / M1.1 / E1.2. &gt; Cross-references: `../price-references.md` f…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Submission checklist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Ready: 0 item(s)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Partial: 0 item(s)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Pending: 24 item(s)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Texas-based small business — self-perform across 8 core trades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Diverse-business posture: TX HUB, MBE (DFW MSDC certified), small business, minority-owned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Sector breadth: Residential, Commercial, Industrial, Institutional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Founder-led PMP / CSM operator with 22 years delivery leadership — Ravikiran (Rocky) Nudurupati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Q&amp;A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Ravikiran (Rocky) Nudurupati — Founder &amp; Managing Director / Owner (100%)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Email: rocky@blueprintconstructs.com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Phone: (469) 213-1838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Web: https://www.blueprintconstructs.com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Next steps: site walk, RFI consolidation, sub bid coordination, final 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tamu-harrington-2025-06813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