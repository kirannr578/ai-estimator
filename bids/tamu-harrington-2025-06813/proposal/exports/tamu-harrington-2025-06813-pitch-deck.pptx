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c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704" y="777240"/>
            <a:ext cx="2743200" cy="19401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3774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BLUE PRINT CONSTRUCTS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772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TAMU Harrington Lab 303 — Proposal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Solicitation: 2025-06813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38190" y="502920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Blue Print Constructs (legal: RK Residential Homes and Commercial Constructions, LLC)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2356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4A017"/>
                </a:solidFill>
                <a:latin typeface="Calibri"/>
              </a:rPr>
              <a:t>Submission date __________   ·   Document prepared 2026-05-23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About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Blue Print Constructs — legal entity RK Residential Homes and Commercial Constructions, LLC; founded 2022, Texas-incorporated, founder-led.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NAICS: primary 236220 (Commercial &amp; Institutional Building Construction); 13 codes registered.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Federal IDs: UEI LM4YHVQ71QG7 · CAGE 9LET0 · SAM.gov status: active.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Set-aside posture: Texas HUB, DFW MSDC MBE, Small Business, Minority-owned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Self-perform trades: Interior and exterior painting, Drywall and sheetrock — install, tape, bed, texture, Tile setting, Flooring — laminate, vinyl, LVT, tile, hardwood refinish, Trims and baseboards / crown molding / interior carpentry, Roofing (composition, flat, metal — repairs and replacement).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`RK Residential Homes and Commercial Constructions, LLC dba Blue Print Constructs` is pleased to submit this Competitive Sealed Proposal for the renovation of the **Harrington Education Center Lab 303** (Texas A&amp;M University, Bldg 0435, College Station, TX). We acknowledge the N…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(See full proposal for additional detail.)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A. Project understanding: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Harrington Education Center Lab 303 Renovation is a **single-room renovation of an active educational laboratory space** at **540 Ross Street, Harrington Tower (Bldg #0435)** on TAMU's College St…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B. Phased work plan (60–90 calendar days, single-shift baseline):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- Notice to Proceed + contract execution (per SSC UGSC Section 00 72 00) - Pre-construction meeting with SSC PM (Joelle Shidemantle, `Joelle.Shidemantle@sscserv.com`, (979)…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C. Lab-specific considerations (the pain-points worth pricing for):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This is the differentiator. Most GCs treat single-room labs like classroom finish work and then get burned on the lab utilities. We don't.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D. Coordination with the academic calendar: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The CSP package leaves Project Start and Substantial Completion as "TBD" — proposers select their own Substantial Completion duration in CSP Part 1 (Section 00 42 13), and this is scored at 10% o…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E. Long-lead items + procurement plan: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| Item | Typical lead time | Order placement target | Risk if missed | |---|---|---|---| | Lab casework (per A2.1/A2.2 + H2I Sub-06 specifics) | 8–10 weeks fabricated; 10–12 weeks with custom configu…</a:t>
            </a:r>
          </a:p>
          <a:p>
            <a:pPr algn="l"/>
            <a:r>
              <a:rPr sz="1700" b="1" i="0">
                <a:solidFill>
                  <a:srgbClr val="0B2545"/>
                </a:solidFill>
                <a:latin typeface="Calibri"/>
              </a:rPr>
              <a:t>F. Assumptions + clarifications:</a:t>
            </a:r>
            <a:r>
              <a:rPr sz="1700" b="0" i="0">
                <a:solidFill>
                  <a:srgbClr val="1A1F26"/>
                </a:solidFill>
                <a:latin typeface="Calibri"/>
              </a:rPr>
              <a:t> We submit this proposal subject to the following assumptions. If any prove false at the pre-construction meeting or during construction, the resulting scope adjustment will be handled per the change-…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Project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Named lead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Executive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Manager (PM of Record)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Superintendent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Safety Lead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Project Estimator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____________________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1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Hindu Temple of Southlake — Place of Religious Worship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North Texas Hindu Heritage Society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Negotiated lump-sum (owner direct)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≈10,700 SF Assembly A-3 (Place of Religious Worship) renovation including demolition, finishes, toilet partitions (phenolic), and partition framework. Drawings on file dated 2025-06-20 (PDF), 2025-09-12 (Arch + Structural updates).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2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Holiday Inn (Hall Park) — hospitality renovation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Holiday Inn franchisee at Hall Park, Frisco, 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GC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Commercial renovation projects for hospitality client per Rocky Nudurupati's professional profile.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Past performance — Project 3 of 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B2545"/>
                </a:solidFill>
                <a:latin typeface="Calibri"/>
              </a:rPr>
              <a:t>250-500+ single-family-home portfolio (cumulative; multiple owners)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Owner: Multiple — primarily through GC partners That 1 Painter, Touchmark, Bridge View Build, Hill Design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04288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Contract value: 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Completion: Ongoing 2022–present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9504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A4750"/>
                </a:solidFill>
                <a:latin typeface="Calibri"/>
              </a:rPr>
              <a:t>Role: Specialty trade subcontractor   ·   Delivery: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4612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1127729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Scope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03320"/>
            <a:ext cx="1127729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F26"/>
                </a:solidFill>
                <a:latin typeface="Calibri"/>
              </a:rPr>
              <a:t>Interior + exterior painting, drywall, flooring, tile, trims, baseboards, roofing repairs across 250+ (per BPC info) to 500+ (per BPC Profile) single-family homes since 2022. Primarily executed as a specialty sub for the four featured GC clients.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Schedule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65314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Date / duration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Calendar-day axis from Day 1 (NTP) to Day 100 (final comple…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One swimlane per trade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Critical path highlighted (casework + fume-hood-if-scope)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Phase boundaries at Day 14, Day 25, Day 45, Day 70, Day 100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65314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Long-lead procurement bars (typically off-site, shown as se…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EHS shutdown windows shown as red event markers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A1F26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Quality &amp;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QC: &gt; **Page target:** 1–2 pages when typeset. &gt; **Approach:** Three-phase inspection (prep / in-progress / completion) per the US Army Corps of Engineers "3-phase QC" pattern that TAMU System UGSC has historically required. Article refere…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Safety: Our firm operates under a documented Injury and Illness Prevention Program. We hold a daily pre-task safety briefing on every active site; every employee and subcontractor on site has stop-work authority for any hazard they observe…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(Additional QC / safety detail in the full proposal.)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Price proposal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77295" cy="18288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73152" cy="18288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4750"/>
                </a:solidFill>
                <a:latin typeface="Calibri"/>
              </a:rPr>
              <a:t>TOTAL PROPOSED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B2545"/>
                </a:solidFill>
                <a:latin typeface="Calibri"/>
              </a:rPr>
              <a:t>$____________________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72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**STATUS: FORMULAS REFINED 2026-05-23 against the actual downloaded CSP package** (drawings A0.1–E1.2 + Project Manual). Quantities still `______________` after Bluebeam takeoff against A2.1 / P1.1 / M1.1 / E1.2. &gt; Cross-references: `../pr…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  <a:p>
            <a:pPr algn="l"/>
            <a:r>
              <a:rPr sz="1500" b="0" i="0">
                <a:solidFill>
                  <a:srgbClr val="1A1F26"/>
                </a:solidFill>
                <a:latin typeface="Calibri"/>
              </a:rPr>
              <a:t>(See full proposal for itemized pricing detail.)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Why Blue Print Constructs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729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Texas-based small business — self-perform across 8 core trades.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Diverse-business posture: TX HUB, DFW MSDC MBE, Small Business, Minority-owned.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Sector breadth: Residential, Commercial, Industrial, Institutional.</a:t>
            </a:r>
          </a:p>
          <a:p>
            <a:pPr algn="l"/>
            <a:r>
              <a:rPr sz="1700" b="0" i="0">
                <a:solidFill>
                  <a:srgbClr val="1A1F26"/>
                </a:solidFill>
                <a:latin typeface="Calibri"/>
              </a:rPr>
              <a:t>Founder-led PMP / CSM operator with 22 years delivery leadership — Ravikiran (Rocky) Nudurupati.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7772400" cy="3200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900" b="0" i="0">
                <a:solidFill>
                  <a:srgbClr val="777777"/>
                </a:solidFill>
                <a:latin typeface="Calibri"/>
              </a:rPr>
              <a:t>Blue Print Constructs   ·   tamu-harrington-2025-06813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133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777777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4A017"/>
                </a:solidFill>
                <a:latin typeface="Calibri"/>
              </a:rPr>
              <a:t>THANK YOU FOR YOUR CONSIDERATION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38190" y="3108960"/>
            <a:ext cx="914400" cy="36576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Ravikiran (Rocky) Nudurupati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Founder &amp; Managing Director / Owner (100%)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5137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rocky@blueprintconstructs.com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35424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(469) 213-1838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19472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https://www.blueprintconstructs.com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4A017"/>
                </a:solidFill>
                <a:latin typeface="Calibri"/>
              </a:rPr>
              <a:t>Bid tamu-harrington-2025-06813   ·   2026-05-23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