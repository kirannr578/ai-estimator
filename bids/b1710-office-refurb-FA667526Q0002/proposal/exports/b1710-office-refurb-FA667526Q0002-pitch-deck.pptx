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4" y="777240"/>
            <a:ext cx="2743200" cy="1940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3774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BLUE PRINT CONSTRUCTS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Proposal package — B1710 Office Refurbishment (Solicitation FA667526Q0002)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Solicitation: FA667526Q0002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190" y="502920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Blue Print Constructs (legal: RK Residential Homes and Commercial Constructions, LLC)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Submission date __________   ·   Document prepared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About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Blue Print Constructs — legal entity RK Residential Homes and Commercial Constructions, LLC; founded 2022, Texas-incorporated, founder-led.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NAICS: primary 236220 (Commercial &amp; Institutional Building Construction); 13 codes registered.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Federal IDs: UEI LM4YHVQ71QG7 · CAGE 9LET0 · SAM.gov status: active.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Set-aside posture: Texas HUB, DFW MSDC MBE, Small Business, Minority-owned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b1710-office-refurb-FA667526Q0002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**Offeror:** RK Residential Homes and Commercial Constructions, LLC dba Blue Print Constructs — LM4YHVQ71QG7 — 9LET0 **Solicitation:** FA667526Q0002 **Date:** ________________________________________________________ **Pricing arrangement:** Firm Fixed Price, single Lot **Acceptance period offered:** 30 calendar days (…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b1710-office-refurb-FA667526Q0002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Understanding of the work: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The B1710 Office Refurbishment is a **single-building, occupied-condition interior finishes renovation** at Building 1710, NAS JRB Fort Worth, covering approximately 3,500 SF of office and common-are…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Equipment, materials, and labor: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Per the comparative-evaluation criteria, this section lists every material, every equipment line, and every labor classification touched by the scope. This is the "RSMeans-style output" type of artif…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Schedule: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| Week | Cal days from NTP | Activity | Owner | |---:|---|---|---| | 1 | 1–7 | Mobilization: base-access submission for personnel; commercial vehicle gate procedure; receive site survey + verify quan…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Quality control plan: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We will execute the project under our firm's standard QC plan, summarized: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Safety plan: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- **OSHA 29 CFR 1910 + 1926 compliance** — all trade work - **DAFMAN 91-203** — Air Force OSH standards per SOW §PART I - **Daily site-safety check** — by the on-site PM/super (Rocky) - **Fall protec…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Personnel: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For this 90-day, $90-105K-target project at AFRC small-scale, the firm's owner-operator pattern applies: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b1710-office-refurb-FA667526Q0002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Named lead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Project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b1710-office-refurb-FA667526Q0002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(No past-performance picks configured for this bid in firm-profile.json — see full proposal for the complete roster.)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b1710-office-refurb-FA667526Q0002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Schedule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 / duration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`https://sam.gov/`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b1710-office-refurb-FA667526Q0002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QC: &gt; **What this is:** the request email to the bonding agent asking for a payment-bond commitment letter to attach to the offer (per FAR 52.228-13 Alternative Payment Protections, which requires a 100%-of-contract-price payment bond OR I…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Safety: This file is included for cross-workspace consistency (so reviewers can spot-check that bid-bond mechanics were considered). For B1710 specifically, **no bid bond is required**.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b1710-office-refurb-FA667526Q0002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Price proposal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1828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750"/>
                </a:solidFill>
                <a:latin typeface="Calibri"/>
              </a:rPr>
              <a:t>TOTAL PROPOSED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B2545"/>
                </a:solidFill>
                <a:latin typeface="Calibri"/>
              </a:rPr>
              <a:t>$____________________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**Final pass: Fri 2026-05-29 morning. Send target: 15:00 CDT. Hard deadline: 17:00 CDT.**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b1710-office-refurb-FA667526Q0002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Texas-based small business — self-perform across 8 core trades.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Diverse-business posture: TX HUB, DFW MSDC MBE, Small Business, Minority-owned.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Sector breadth: Residential, Commercial, Industrial, Institutional.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Founder-led PMP / CSM operator with 22 years delivery leadership — Ravikiran (Rocky) Nudurupati.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b1710-office-refurb-FA667526Q0002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THANK YOU FOR YOUR 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10896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Ravikiran (Rocky) Nudurupati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Founder &amp; Managing Director / Owner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rocky@blueprintconstructs.com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(469) 213-1838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https://www.blueprintconstructs.com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A017"/>
                </a:solidFill>
                <a:latin typeface="Calibri"/>
              </a:rPr>
              <a:t>Bid b1710-office-refurb-FA667526Q0002   ·   2026-05-28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