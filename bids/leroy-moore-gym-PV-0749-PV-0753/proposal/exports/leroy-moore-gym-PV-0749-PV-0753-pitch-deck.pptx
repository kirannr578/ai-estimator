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Proposal package — Leroy Moore Gymnasium Racquetball Courts 1, 2 &amp; 8 Renovations (Sol PV-0749 &amp; PV-0753)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0753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____________________________________________________________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A. Project understanding: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____________________________________________________________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B. Execution approach: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Phase 1: Mobilization + pre-construction (Days 1-10) — ______________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C. Coordination + communication: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____________________________________________________________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D. Quality + safety integration: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____________________________________________________________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E. Schedule confidence: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____________________________________________________________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Principal in 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Manager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Superintendent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Safety / QC leads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(No past-performance picks configured for this bid in firm-profile.json — see full proposal for the complete roster.)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Notice to proceed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Mobilization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Substantial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Final completion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&gt; QC plan one-pager. Paste-and-adapt from `firm/proposal-library/boilerplate/qa-qc-plan-one-pager.md` once available.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&gt; Safety plan one-pager. Paste-and-adapt from `firm/proposal-library/boilerplate/safety-plan-one-pager.md` once available.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Bid price for the CSP. Typically the largest-weight evaluation factor (40-60%) on TAMU System CSPs. &gt; &gt; Cross-reference `../08-pricing-strategy.md` for the markup recipe and `../04-scope-of-work.md` for the trade-by-trade rollup.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leroy-moore-gym-PV-0749-PV-0753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leroy-moore-gym-PV-0749-PV-0753   ·   2026-05-27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