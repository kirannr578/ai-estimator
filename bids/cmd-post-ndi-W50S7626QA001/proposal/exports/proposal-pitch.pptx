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4" y="640080"/>
            <a:ext cx="3657600" cy="25868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Proposal package — W50S7626QA001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Solicitation: 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Blue Print Constructs (legal: RK Residential Homes and Commercial Constructions, LLC) — Submission Date TBD by 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About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Legal name: RK Residential Homes and Commercial Constructions, LLC dba Blue Print Constructs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NAICS: primary 236220 (Commercial &amp; Institutional Building Construction); 13 codes registered total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UEI: LM4YHVQ71QG7   CAGE: 9LET0   SAM.gov status: active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Set-aside posture: small business, minority-owned, MBE (DFW MSDC certified), TX HUB (Certified (Texas Comptroller HUB Program via DFW MSDC affiliate))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The SF 1442 is the cover form; the **Schedule of Prices** is the firm-fixed-price-per-CLIN table that goes on the SF 1442 (Block 22 area) and/or as a separately-attached page.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(See proposal PDF — detail not surfaced as bullets here)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(See proposal PDF — detail not surfaced as bullets here)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A"/>
                </a:solidFill>
              </a:rPr>
              <a:t>A. Subfactor 1:</a:t>
            </a:r>
            <a:r>
              <a:rPr sz="1600" b="0" i="0">
                <a:solidFill>
                  <a:srgbClr val="111111"/>
                </a:solidFill>
              </a:rPr>
              <a:t> Format: 2–4-page itemized list, CSI-divided. Section L paragraph (a)(1) explicit guidance: *"An example submission would be an RSMeans output list or a similar product."*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B. Subfactor 2:</a:t>
            </a:r>
            <a:r>
              <a:rPr sz="1600" b="0" i="0">
                <a:solidFill>
                  <a:srgbClr val="111111"/>
                </a:solidFill>
              </a:rPr>
              <a:t> Format: **1-page Gantt PDF** for the 90-day POP, with both CLINs as parallel-or-sequential tracks.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C. Optional value-add elements (Section M (a)(v):</a:t>
            </a:r>
            <a:r>
              <a:rPr sz="1600" b="0" i="0">
                <a:solidFill>
                  <a:srgbClr val="111111"/>
                </a:solidFill>
              </a:rPr>
              <a:t> "Government may take more than the minimum"): Per Section M (a)(v): *"The Government reserves the right to consider a quote which offers more than the minimum and select that quote if it pr…</a:t>
            </a:r>
          </a:p>
          <a:p>
            <a:pPr algn="l"/>
            <a:r>
              <a:rPr sz="1600" b="1" i="0">
                <a:solidFill>
                  <a:srgbClr val="0F2A4A"/>
                </a:solidFill>
              </a:rPr>
              <a:t>D. Final submission package format:</a:t>
            </a:r>
            <a:r>
              <a:rPr sz="1600" b="0" i="0">
                <a:solidFill>
                  <a:srgbClr val="111111"/>
                </a:solidFill>
              </a:rPr>
              <a:t> | Document | Format | Pages | |---|---|---| | SF 1442 (signed) | PDF (scan) | 2 (front + back) | | Schedule of Prices | PDF | 1 | | Subfactor 1 list | PDF | 2–4 | | Subfactor 2 schedule (Gantt) | PDF…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Project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</a:rPr>
                        <a:t>(see project-team section)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Past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1371600"/>
                <a:gridCol w="3657600"/>
              </a:tblGrid>
              <a:tr h="2286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Project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Completion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Scope summary</a:t>
                      </a:r>
                    </a:p>
                  </a:txBody>
                  <a:tcPr anchor="ctr">
                    <a:solidFill>
                      <a:srgbClr val="0F2A4A"/>
                    </a:solidFill>
                  </a:tcPr>
                </a:tc>
              </a:tr>
              <a:tr h="22860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(No past performance rows extracted)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11111"/>
                          </a:solidFill>
                        </a:rPr>
                        <a:t>Renderer could not parse rows; see proposal PDF for the full file.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☐ SAM Reps &amp; Certs page shows "Updated within 12 months" — **export to PDF**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☐ Entity Profile page shows **Active** UEI + Active CAGE + EFT current + TIN matches — **export**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☐ Exclusions search returns 0 hits on entity name + UEI + key principals — **export**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☐ SPRS Basic Assessment current — **export**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☐ NAICS 236220 is registered + small at $45M — **export**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Quality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QC: A bondability letter is a one-page statement from the firm's surety on the surety's letterhead, indicating willingness to issue Performance and Payment bonds for the W50S7626QA001 contract at award. **Not strictly required at bid** (FA…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Safety: A bid bond is a one-page Standard Form 24 (Bid Bond) that the bonding agent issues for the offeror. **Required with the offer** per Section L paragraph (a)(2) NOTE: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Price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The morning-of mechanics. Use this as the literal step-by-step list on submission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Submission checklist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This is the master RFI document. Send via email to `136.AW.MSC@us.af.mil` per Section L paragraph (f) verbatim: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Blue Print Constructs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Texas-based small business — self-perform across 8 core trades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Diverse-business posture: TX HUB, MBE (DFW MSDC certified), small business, minority-owned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Sector breadth: Residential, Commercial, Industrial, Institutional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Founder-led PMP / CSM operator with 22 years delivery leadership — Ravikiran (Rocky) Nudurupati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Q&amp;A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111"/>
                </a:solidFill>
              </a:rPr>
              <a:t>Ravikiran (Rocky) Nudurupati — Founder &amp; Managing Director / Owner (100%)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Email: rocky@blueprintconstructs.com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Phone: (469) 213-1838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Web: https://www.blueprintconstructs.com</a:t>
            </a:r>
          </a:p>
          <a:p>
            <a:pPr algn="l"/>
            <a:r>
              <a:rPr sz="1600" b="0" i="0">
                <a:solidFill>
                  <a:srgbClr val="111111"/>
                </a:solidFill>
              </a:rPr>
              <a:t>Next steps: site walk, RFI consolidation, sub bid coordination, final pricing.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</a:rPr>
              <a:t>cmd-post-ndi-W50S7626QA001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676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