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704" y="777240"/>
            <a:ext cx="2743200" cy="1940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3774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BLUE PRINT CONSTRUCTS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772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Proposal package — TAMU Wehner Finance Rm 340E (Sol SSC-2025-06871)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Solicitation: 2025-06871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8190" y="502920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Blue Print Constructs (legal: RK Residential Homes and Commercial Constructions, LLC)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A017"/>
                </a:solidFill>
                <a:latin typeface="Calibri"/>
              </a:rPr>
              <a:t>Submission date __________   ·   Document prepared 2026-05-27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About Blue Print Constructs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Blue Print Constructs — legal entity RK Residential Homes and Commercial Constructions, LLC; founded 2022, Texas-incorporated, founder-led.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NAICS: primary 236220 (Commercial &amp; Institutional Building Construction); 13 codes registered.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Federal IDs: UEI LM4YHVQ71QG7 · CAGE 9LET0 · SAM.gov status: active.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Set-aside posture: Texas HUB, DFW MSDC MBE, Small Business, Minority-owned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Self-perform trades: Interior and exterior painting, Drywall and sheetrock — install, tape, bed, texture, Tile setting, Flooring — laminate, vinyl, LVT, tile, hardwood refinish, Trims and baseboards / crown molding / interior carpentry, Roofing (composition, flat, metal — repairs and replacement).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tamu-wehner-fin-340E-2025-06871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The project expands the existing Finance Seminar Room 340E into adjacent rooms A, D, and DA, creating a unified seminar space along the Wehner Building corridor. The scope encompasses selective demolition of existing partitions, sink, appliances, casework, and cabinetry; install…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(See full proposal for additional detail.)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(See full proposal for additional detail.)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tamu-wehner-fin-340E-2025-06871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Understanding the work: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Blue Print Constructs (BPC) understands the scope is to expand Finance Seminar Room 340E into adjacent rooms A, D, and DA, creating a unified seminar space along the Wehner Building corridor. Critica…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Critical-path analysis: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The longest pole is **MARRS glazing lead-time** (typically 4-8 weeks from order to install). Strategy: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Project sequencing (by phase):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- Submittals to SSC PM + TAMU EHS review - MARRS material order (long-lead) - Subcontractor execution + insurance/bond verification - TAMU IT pre-coordination meeting - Site survey + final field meas…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Minimal-disruption approach (Mays Business School operations):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Mays Business School operates ~7am-10pm weekdays + Saturday business hours. BPC's mitigation: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Materials + equipment + labor: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- Carpet tile or LVT (TAMU finish standard — per spec) - 6" rubber base - Acoustic ceiling tile + grid - Gypsum board (5/8" type X) - Paint (TAMU palette — likely SW Agreeable Gray or PPG equivalent)…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QC + Safety plans: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See `06-quality-control-plan.md` and `07-safety-plan.md` for full plans. Highlights: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tamu-wehner-fin-340E-2025-06871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2286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Named lead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2286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Key personnel resumes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tamu-wehner-fin-340E-2025-06871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Past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(No past-performance picks configured for this bid in firm-profile.json — see full proposal for the complete roster.)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tamu-wehner-fin-340E-2025-06871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Schedule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 / duration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Notice to proceed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Mobilization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Substantial 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Final completion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tamu-wehner-fin-340E-2025-06871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Quality &amp;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QC: Blue Print Constructs (BPC) treats quality as a continuous discipline, not a final-inspection event. Our QC plan rests on three pillars: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Safety: &gt; Per `firm/firm-profile.json → safety_performance`, BPC's EMR / TRIR / LTIR figures are not currently surfaced. User must populate before submission.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(Additional QC / safety detail in the full proposal.)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(Additional QC / safety detail in the full proposal.)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tamu-wehner-fin-340E-2025-06871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Price proposal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1828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828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4750"/>
                </a:solidFill>
                <a:latin typeface="Calibri"/>
              </a:rPr>
              <a:t>TOTAL PROPOSED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B2545"/>
                </a:solidFill>
                <a:latin typeface="Calibri"/>
              </a:rPr>
              <a:t>$____________________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**Target lump-sum: $145,000–$175,000** (mid-pack competitive positioning per `../06-evaluation-strategy.md`). All final pricing requires takeoff completion + sub quotes received.</a:t>
            </a:r>
          </a:p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(See full proposal for itemized pricing detail.)</a:t>
            </a:r>
          </a:p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(See full proposal for itemized pricing detail.)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tamu-wehner-fin-340E-2025-06871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Blue Print Constructs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Texas-based small business — self-perform across 8 core trades.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Diverse-business posture: TX HUB, DFW MSDC MBE, Small Business, Minority-owned.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Sector breadth: Residential, Commercial, Industrial, Institutional.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Founder-led PMP / CSM operator with 22 years delivery leadership — Ravikiran (Rocky) Nudurupati.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tamu-wehner-fin-340E-2025-06871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THANK YOU FOR YOUR CONSIDERATION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190" y="310896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Ravikiran (Rocky) Nudurupati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673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Founder &amp; Managing Director / Owner (100%)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rocky@blueprintconstructs.com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354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(469) 213-1838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1947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https://www.blueprintconstructs.com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4A017"/>
                </a:solidFill>
                <a:latin typeface="Calibri"/>
              </a:rPr>
              <a:t>Bid tamu-wehner-fin-340E-2025-06871   ·   2026-05-27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